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0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6217920" y="-274320"/>
            <a:ext cx="3657600" cy="5760720"/>
          </a:xfrm>
          <a:prstGeom prst="homePlate">
            <a:avLst/>
          </a:prstGeom>
          <a:solidFill>
            <a:srgbClr val="7B00D4">
              <a:alpha val="60000"/>
            </a:srgbClr>
          </a:solidFill>
          <a:ln w="12700">
            <a:solidFill>
              <a:srgbClr val="7B00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6766560" y="182880"/>
            <a:ext cx="2926080" cy="5029200"/>
          </a:xfrm>
          <a:prstGeom prst="homePlat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7406640" y="822960"/>
            <a:ext cx="2194560" cy="3566160"/>
          </a:xfrm>
          <a:prstGeom prst="homePlat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914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&gt;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IAM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Copilota Operativo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Use Case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280160" cy="228600"/>
          </a:xfrm>
          <a:prstGeom prst="rect">
            <a:avLst/>
          </a:prstGeom>
          <a:solidFill>
            <a:srgbClr val="7B00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Org Internal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109728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IAM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Copilota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377440" y="4206240"/>
            <a:ext cx="1097280" cy="1097280"/>
          </a:xfrm>
          <a:prstGeom prst="ellipse">
            <a:avLst/>
          </a:prstGeom>
          <a:solidFill>
            <a:srgbClr val="7B00D4">
              <a:alpha val="40000"/>
            </a:srgbClr>
          </a:solidFill>
          <a:ln w="12700">
            <a:solidFill>
              <a:srgbClr val="7B00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50292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Agire come Copilota Operativo per il team IAM su Microsoft Entra ID, automatizzando troubleshooting, lifecycle e governance con piena tracciabilità.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37160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multi-agente (Conversational → Planner → Orchestrator) integrato con MS Graph API, SailPoint e SIEM, con Human-in-the-Loop per azioni ad alto rischio.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2402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Applicability: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Contesti enterprise con Entra ID + SailPoint ISC; team IAM che gestiscono volumi elevati di ticket, provisioning JML e audit di compliance (NIS2, DORA, GDPR).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310896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Riduzione MTTR del troubleshooting, automazione JML, governance continua Least Privilege, audit trail immutabile su Sentinel, escalation human-in-the-loop per azioni critiche.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280160" cy="228600"/>
          </a:xfrm>
          <a:prstGeom prst="rect">
            <a:avLst/>
          </a:prstGeom>
          <a:solidFill>
            <a:srgbClr val="7B00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Org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team IAM è sommerso da operazioni manuali, rischi non visibili e processi frammentati.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297680" cy="1783080"/>
          </a:xfrm>
          <a:prstGeom prst="rect">
            <a:avLst/>
          </a:prstGeom>
          <a:solidFill>
            <a:srgbClr val="F3E8FF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17830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Reattivo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4069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manuale dei Sign-in Logs: MTTR medio 45–90 min per ticket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 manuale tra MFA, Conditional Access e stato account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root-cause automatica: ogni caso riparte da zero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4297680" cy="1783080"/>
          </a:xfrm>
          <a:prstGeom prst="rect">
            <a:avLst/>
          </a:prstGeom>
          <a:solidFill>
            <a:srgbClr val="F3E8FF"/>
          </a:solidFill>
          <a:ln w="19050">
            <a:solidFill>
              <a:srgbClr val="E872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051560"/>
            <a:ext cx="64008" cy="1783080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430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non Governato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435608"/>
            <a:ext cx="4069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Joiner/Mover/Leaver gestiti con ticket manuali e script ad-hoc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Ritardi di provisioning (giorni) e deprovisioning incompleto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orfani e permessi residui: attack surface aperta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3017520"/>
            <a:ext cx="4297680" cy="1783080"/>
          </a:xfrm>
          <a:prstGeom prst="rect">
            <a:avLst/>
          </a:prstGeom>
          <a:solidFill>
            <a:srgbClr val="F3E8FF"/>
          </a:solidFill>
          <a:ln w="19050">
            <a:solidFill>
              <a:srgbClr val="7B00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017520"/>
            <a:ext cx="64008" cy="1783080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089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Reattiva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401568"/>
            <a:ext cx="4069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 massivi senza contestualizzazione del rischio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rilevamento automatico di anomalie e privilege drift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frammentati: ricostruzione manuale per compliance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4297680" cy="1783080"/>
          </a:xfrm>
          <a:prstGeom prst="rect">
            <a:avLst/>
          </a:prstGeom>
          <a:solidFill>
            <a:srgbClr val="F3E8FF"/>
          </a:solidFill>
          <a:ln w="19050">
            <a:solidFill>
              <a:srgbClr val="0D6E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017520"/>
            <a:ext cx="64008" cy="178308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1089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Visibilità NHI Assente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401568"/>
            <a:ext cx="4069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Principal, Managed Identity e API Key senza owner noto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eccessivo su NHI non monitorato continuativamente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Scadenze di credenziali silenti → interruzioni di produzione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280160" cy="228600"/>
          </a:xfrm>
          <a:prstGeom prst="rect">
            <a:avLst/>
          </a:prstGeom>
          <a:solidFill>
            <a:srgbClr val="7B00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Org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agentale che copre l'intero ciclo operativo IAM — dal linguaggio naturale all'esecuzione su API.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2011680" cy="1371600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0058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7190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Intake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Prompt Firewall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94560" y="1645920"/>
            <a:ext cx="320040" cy="0"/>
          </a:xfrm>
          <a:prstGeom prst="line">
            <a:avLst/>
          </a:prstGeom>
          <a:noFill/>
          <a:ln w="19050">
            <a:solidFill>
              <a:srgbClr val="7B00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960120"/>
            <a:ext cx="2011680" cy="1371600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4872" y="10058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04872" y="17190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Decomposition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Risk Assessment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43400" y="1645920"/>
            <a:ext cx="320040" cy="0"/>
          </a:xfrm>
          <a:prstGeom prst="line">
            <a:avLst/>
          </a:prstGeom>
          <a:noFill/>
          <a:ln w="19050">
            <a:solidFill>
              <a:srgbClr val="7B00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960120"/>
            <a:ext cx="2011680" cy="137160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0058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53712" y="17190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Control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MS Graph API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92240" y="1645920"/>
            <a:ext cx="320040" cy="0"/>
          </a:xfrm>
          <a:prstGeom prst="line">
            <a:avLst/>
          </a:prstGeom>
          <a:noFill/>
          <a:ln w="19050">
            <a:solidFill>
              <a:srgbClr val="7B00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960120"/>
            <a:ext cx="2011680" cy="1371600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2552" y="10058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02552" y="17190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Azioni critiche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HIGH RISK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2880" y="2651760"/>
            <a:ext cx="2011680" cy="1188720"/>
          </a:xfrm>
          <a:prstGeom prst="rect">
            <a:avLst/>
          </a:prstGeom>
          <a:solidFill>
            <a:srgbClr val="F3E8FF"/>
          </a:solidFill>
          <a:ln w="15240">
            <a:solidFill>
              <a:srgbClr val="3D00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2651760"/>
            <a:ext cx="2011680" cy="274320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2660904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Discovery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032" y="2962656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NHI &amp; Human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+ SailPoint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31720" y="2651760"/>
            <a:ext cx="2011680" cy="1188720"/>
          </a:xfrm>
          <a:prstGeom prst="rect">
            <a:avLst/>
          </a:prstGeom>
          <a:solidFill>
            <a:srgbClr val="F3E8FF"/>
          </a:solidFill>
          <a:ln w="15240">
            <a:solidFill>
              <a:srgbClr val="7B00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2651760"/>
            <a:ext cx="2011680" cy="274320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04872" y="2660904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04872" y="2962656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SoD, Certif., Least Priv.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Rilevamento drift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80560" y="2651760"/>
            <a:ext cx="2011680" cy="1188720"/>
          </a:xfrm>
          <a:prstGeom prst="rect">
            <a:avLst/>
          </a:prstGeom>
          <a:solidFill>
            <a:srgbClr val="F3E8FF"/>
          </a:solidFill>
          <a:ln w="15240">
            <a:solidFill>
              <a:srgbClr val="0D6E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0560" y="2651760"/>
            <a:ext cx="2011680" cy="27432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53712" y="2660904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Agent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53712" y="2962656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 / Mover / Leaver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→ Entra ID → ISC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29400" y="2651760"/>
            <a:ext cx="2011680" cy="1188720"/>
          </a:xfrm>
          <a:prstGeom prst="rect">
            <a:avLst/>
          </a:prstGeom>
          <a:solidFill>
            <a:srgbClr val="F3E8FF"/>
          </a:solidFill>
          <a:ln w="15240">
            <a:solidFill>
              <a:srgbClr val="B91C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29400" y="2651760"/>
            <a:ext cx="201168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02552" y="2660904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 Audit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02552" y="2962656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anomalie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SIEM log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2880" y="3977640"/>
            <a:ext cx="8778240" cy="731520"/>
          </a:xfrm>
          <a:prstGeom prst="rect">
            <a:avLst/>
          </a:prstGeom>
          <a:solidFill>
            <a:srgbClr val="FFF7ED"/>
          </a:solidFill>
          <a:ln w="10160">
            <a:solidFill>
              <a:srgbClr val="E8720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0416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MLSecOps — Controlli Trasversali: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651760" y="41148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720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Firewall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42816" y="41148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720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33872" y="41148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720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Handler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24928" y="41148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720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Sentinel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280160" cy="228600"/>
          </a:xfrm>
          <a:prstGeom prst="rect">
            <a:avLst/>
          </a:prstGeom>
          <a:solidFill>
            <a:srgbClr val="7B00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Org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 – High Level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Conversational (Input) → Planner (Logica) → Orchestrator (Esecuzione MS Graph API) → Sub-Agents → SIEM.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8686800" cy="594360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0058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– Interfaccia / Input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234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 ·  Self-Service Portal  ·  API / CLI  ·  ServiceNow Ticketing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1691640"/>
            <a:ext cx="8686800" cy="1325880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737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– Agentic AI IAM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196596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Agent  →  Planner Agent  →  Orchestrator Agent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Sub-agents: Identity Discovery  |  Access Review  |  Lifecycle (JML)  |  Anomaly &amp; Audit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MLSecOps: Prompt Firewall  |  Output Validation  |  Fallback  |  HITL Approval Gate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3154680"/>
            <a:ext cx="8686800" cy="68580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200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– IAM Security Platform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429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(Graph API, PIM, Conditional Access, MFA, Sign-in Logs)  ·  SailPoint ISC (REST API, Sources, Access Profiles, Certifications)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3977640"/>
            <a:ext cx="8686800" cy="6858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4023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– Target Systems &amp; Audit Trail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4251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/ AD  ·  HR System (Workday/SAP)  ·  App Enterprise (SaaS/on-prem)  ·  Audit/SIEM: Sentinel / Splunk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80560" y="1572768"/>
            <a:ext cx="0" cy="11887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3035808"/>
            <a:ext cx="0" cy="11887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858768"/>
            <a:ext cx="0" cy="11887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280160" cy="228600"/>
          </a:xfrm>
          <a:prstGeom prst="rect">
            <a:avLst/>
          </a:prstGeom>
          <a:solidFill>
            <a:srgbClr val="7B00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Org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Interaction 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richiesta attraversa 4 agenti con checkpoint HITL per azioni critiche e audit trail su ogni step.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2011680" cy="320040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692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Agent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1280160"/>
            <a:ext cx="2011680" cy="201168"/>
          </a:xfrm>
          <a:prstGeom prst="rect">
            <a:avLst/>
          </a:prstGeom>
          <a:solidFill>
            <a:srgbClr val="F3E8FF"/>
          </a:solidFill>
          <a:ln w="6350">
            <a:solidFill>
              <a:srgbClr val="3D0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2893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3D0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– NLP Intake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2880" y="1481328"/>
            <a:ext cx="2011680" cy="1371600"/>
          </a:xfrm>
          <a:prstGeom prst="rect">
            <a:avLst/>
          </a:prstGeom>
          <a:solidFill>
            <a:srgbClr val="F9F5FF"/>
          </a:solidFill>
          <a:ln w="10160">
            <a:solidFill>
              <a:srgbClr val="3D0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536192"/>
            <a:ext cx="18745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Firewall in input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Raccoglie: intent, entità, contesto utente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structured request → Planner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94560" y="1709928"/>
            <a:ext cx="320040" cy="0"/>
          </a:xfrm>
          <a:prstGeom prst="line">
            <a:avLst/>
          </a:prstGeom>
          <a:noFill/>
          <a:ln w="19050">
            <a:solidFill>
              <a:srgbClr val="7B00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31720" y="960120"/>
            <a:ext cx="2011680" cy="320040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9692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31720" y="1280160"/>
            <a:ext cx="2011680" cy="201168"/>
          </a:xfrm>
          <a:prstGeom prst="rect">
            <a:avLst/>
          </a:prstGeom>
          <a:solidFill>
            <a:srgbClr val="F3E8FF"/>
          </a:solidFill>
          <a:ln w="6350">
            <a:solidFill>
              <a:srgbClr val="7B00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12893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– tool use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331720" y="1481328"/>
            <a:ext cx="2011680" cy="1371600"/>
          </a:xfrm>
          <a:prstGeom prst="rect">
            <a:avLst/>
          </a:prstGeom>
          <a:solidFill>
            <a:srgbClr val="F9F5FF"/>
          </a:solidFill>
          <a:ln w="10160">
            <a:solidFill>
              <a:srgbClr val="7B00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1536192"/>
            <a:ext cx="18745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rischio &amp; confidence score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Decomposizione task con flag critici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plan JSON → Orchestrator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43400" y="1709928"/>
            <a:ext cx="320040" cy="0"/>
          </a:xfrm>
          <a:prstGeom prst="line">
            <a:avLst/>
          </a:prstGeom>
          <a:noFill/>
          <a:ln w="19050">
            <a:solidFill>
              <a:srgbClr val="7B00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960120"/>
            <a:ext cx="2011680" cy="32004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9692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1280160"/>
            <a:ext cx="2011680" cy="201168"/>
          </a:xfrm>
          <a:prstGeom prst="rect">
            <a:avLst/>
          </a:prstGeom>
          <a:solidFill>
            <a:srgbClr val="F3E8FF"/>
          </a:solidFill>
          <a:ln w="6350">
            <a:solidFill>
              <a:srgbClr val="0D6E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12893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– task queue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480560" y="1481328"/>
            <a:ext cx="2011680" cy="1371600"/>
          </a:xfrm>
          <a:prstGeom prst="rect">
            <a:avLst/>
          </a:prstGeom>
          <a:solidFill>
            <a:srgbClr val="F9F5FF"/>
          </a:solidFill>
          <a:ln w="10160">
            <a:solidFill>
              <a:srgbClr val="0D6E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1536192"/>
            <a:ext cx="18745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Sequenza esecuzione sub-agents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su flag critico → HITL Gate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 pre-esecuzione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92240" y="1709928"/>
            <a:ext cx="320040" cy="0"/>
          </a:xfrm>
          <a:prstGeom prst="line">
            <a:avLst/>
          </a:prstGeom>
          <a:noFill/>
          <a:ln w="19050">
            <a:solidFill>
              <a:srgbClr val="7B00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960120"/>
            <a:ext cx="2011680" cy="320040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9692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Approval Gate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629400" y="1280160"/>
            <a:ext cx="2011680" cy="201168"/>
          </a:xfrm>
          <a:prstGeom prst="rect">
            <a:avLst/>
          </a:prstGeom>
          <a:solidFill>
            <a:srgbClr val="F3E8FF"/>
          </a:solidFill>
          <a:ln w="6350">
            <a:solidFill>
              <a:srgbClr val="E872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12893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Slack / Portal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629400" y="1481328"/>
            <a:ext cx="2011680" cy="1371600"/>
          </a:xfrm>
          <a:prstGeom prst="rect">
            <a:avLst/>
          </a:prstGeom>
          <a:solidFill>
            <a:srgbClr val="F9F5FF"/>
          </a:solidFill>
          <a:ln w="10160">
            <a:solidFill>
              <a:srgbClr val="E872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1536192"/>
            <a:ext cx="187452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JWT link approve/reject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azione loggata (approved/rejected)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notify operatore se timeout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28600" y="29718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Dispatch dall'Orchestrator: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3291840"/>
            <a:ext cx="1463040" cy="292608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3101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Discovery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691640" y="3291840"/>
            <a:ext cx="7315200" cy="292608"/>
          </a:xfrm>
          <a:prstGeom prst="rect">
            <a:avLst/>
          </a:prstGeom>
          <a:solidFill>
            <a:srgbClr val="F3E8FF"/>
          </a:solidFill>
          <a:ln w="6350">
            <a:solidFill>
              <a:srgbClr val="3D00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83080" y="3328416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API /servicePrincipals, /users, /applications → inventory NHI &amp; Human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3657600"/>
            <a:ext cx="1463040" cy="292608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6758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Agent (JML)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691640" y="3657600"/>
            <a:ext cx="7315200" cy="292608"/>
          </a:xfrm>
          <a:prstGeom prst="rect">
            <a:avLst/>
          </a:prstGeom>
          <a:solidFill>
            <a:srgbClr val="F3E8FF"/>
          </a:solidFill>
          <a:ln w="6350">
            <a:solidFill>
              <a:srgbClr val="7B00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83080" y="3694176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event → SCIM → provisioning/deprovisioning Entra ID + SailPoint ISC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" y="4023360"/>
            <a:ext cx="1463040" cy="29260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0416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 Agent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691640" y="4023360"/>
            <a:ext cx="7315200" cy="292608"/>
          </a:xfrm>
          <a:prstGeom prst="rect">
            <a:avLst/>
          </a:prstGeom>
          <a:solidFill>
            <a:srgbClr val="F3E8FF"/>
          </a:solidFill>
          <a:ln w="6350">
            <a:solidFill>
              <a:srgbClr val="0D6E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83080" y="4059936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 check, entitlement drift, certification campaign automatica su SailPoint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28600" y="4389120"/>
            <a:ext cx="146304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4074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 Audit Agent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691640" y="4389120"/>
            <a:ext cx="7315200" cy="292608"/>
          </a:xfrm>
          <a:prstGeom prst="rect">
            <a:avLst/>
          </a:prstGeom>
          <a:solidFill>
            <a:srgbClr val="F3E8FF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83080" y="4425696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logs + risky users → correlazione → alert Sentinel / KQL Analytics Rules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280160" cy="228600"/>
          </a:xfrm>
          <a:prstGeom prst="rect">
            <a:avLst/>
          </a:prstGeom>
          <a:solidFill>
            <a:srgbClr val="7B00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Org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Six-Phase Operational 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troubleshooting login failure — dal ticket in linguaggio naturale all'azione risolutiva loggata su Sentinel.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283464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3D00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960120"/>
            <a:ext cx="475488" cy="475488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100584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0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D0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Conversazionale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" y="150876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Utente: 'Mario Rossi non riesce ad accedere.' — Conversational Agent raccoglie UPN, timestamp, errore specifico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82112" y="960120"/>
            <a:ext cx="283464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7B00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960120"/>
            <a:ext cx="475488" cy="475488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12464" y="100584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Planning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150876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Agent: incrocia sign-in logs, stato account, MFA, CAP. Confidence score: 0.89. Piano: 3 azioni + 1 HITL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81344" y="960120"/>
            <a:ext cx="283464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0D6E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960120"/>
            <a:ext cx="475488" cy="47548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11696" y="100584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91072" y="150876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valida ogni step: azioni low-risk automatizzabili, flag critico su reset MFA per Global Admin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2880" y="2926080"/>
            <a:ext cx="283464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E8720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2926080"/>
            <a:ext cx="475488" cy="475488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2926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232" y="29718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92608" y="347472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Azioni critiche sospese: operatore riceve link JWT firmato su Slack. Approve/Reject in &lt; 2 min. Audit loggato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82112" y="2926080"/>
            <a:ext cx="283464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1A7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82112" y="2926080"/>
            <a:ext cx="475488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82112" y="2926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12464" y="29718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Esecuzione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Automatizzata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91840" y="347472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API: PATCH /users/{id} (enable account), POST /resetPassword, PUT /conditionalAccessPolicies exclusion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81344" y="2926080"/>
            <a:ext cx="283464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5555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81344" y="2926080"/>
            <a:ext cx="475488" cy="47548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81344" y="2926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11696" y="29718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91072" y="347472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azione → Sentinel: action_id, agent_tier, approver, rollback_payload, timestamp. Ticket chiuso automaticamente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280160" cy="228600"/>
          </a:xfrm>
          <a:prstGeom prst="rect">
            <a:avLst/>
          </a:prstGeom>
          <a:solidFill>
            <a:srgbClr val="7B00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Org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Prerequisiti &amp; Technology Stack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ciò che serve prima di avviare il PoC — requisiti tecnici, accessi e tool chain.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29768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0D6E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960120"/>
            <a:ext cx="4297680" cy="30175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9784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307592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Entra ID con licenza P1/P2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Registration con permessi Graph API: User.ReadWrite.All, Policy.ReadWrite.ConditionalAccess, PrivilegedAccess.ReadWrite.AzureAD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ai Sign-in Logs e Risky Users (Microsoft Defender for Identity)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 configurato per ruoli privilegiati (Global Admin, User Admin)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29768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7B00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4297680" cy="301752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784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SailPoint ISC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307592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SailPoint IdentityNow con API abilitata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client credentials per REST API (POST /v3/sources, /v3/certifications)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Connettori AD e HR system (Workday/SAP) già configurati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Entitlement schema definito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" y="2926080"/>
            <a:ext cx="429768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3D00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2926080"/>
            <a:ext cx="4297680" cy="301752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443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Agentale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3273552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 — modello claude-sonnet-4 con tool use abilitato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Node.js/Python: state machine, task queue, vault proxy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vault (Azure Key Vault / HashiCorp Vault) per credenziali API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store: Azure Log Analytics + Microsoft Sentinel workspace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429768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E872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926080"/>
            <a:ext cx="4297680" cy="301752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9443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 &amp; Compliance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273552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webhook: canale Slack/Teams + signed JWT link per approve/reject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 Analytics Rules su Sentinel per correlazione anomalie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rischio/automazione definita (azioni auto vs HITL obbligatorio)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outbound HTTPS verso graph.microsoft.com, api.anthropic.com, ISC API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280160" cy="228600"/>
          </a:xfrm>
          <a:prstGeom prst="rect">
            <a:avLst/>
          </a:prstGeom>
          <a:solidFill>
            <a:srgbClr val="7B00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Org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Benefits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Continuo, tracciabile, sicuro — e in miglioramento autonomo.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2011680" cy="1737360"/>
          </a:xfrm>
          <a:prstGeom prst="rect">
            <a:avLst/>
          </a:prstGeom>
          <a:solidFill>
            <a:srgbClr val="F3E8FF"/>
          </a:solidFill>
          <a:ln w="12700">
            <a:solidFill>
              <a:srgbClr val="3D0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789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D0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7432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0299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login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60 min a &lt; 10 min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77440" y="1005840"/>
            <a:ext cx="2011680" cy="1737360"/>
          </a:xfrm>
          <a:prstGeom prst="rect">
            <a:avLst/>
          </a:prstGeom>
          <a:solidFill>
            <a:srgbClr val="F3E8FF"/>
          </a:solidFill>
          <a:ln w="12700">
            <a:solidFill>
              <a:srgbClr val="7B00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0789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46888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Tracciabilità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0299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azione loggata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Sentinel con rollback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1005840"/>
            <a:ext cx="2011680" cy="1737360"/>
          </a:xfrm>
          <a:prstGeom prst="rect">
            <a:avLst/>
          </a:prstGeom>
          <a:solidFill>
            <a:srgbClr val="F3E8FF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789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66344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JML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0299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automatizzato: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Joiner/Mover/Leaver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66560" y="1005840"/>
            <a:ext cx="2011680" cy="1737360"/>
          </a:xfrm>
          <a:prstGeom prst="rect">
            <a:avLst/>
          </a:prstGeom>
          <a:solidFill>
            <a:srgbClr val="F3E8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0789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85800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orfani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0299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Deprovisioning completo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 24h da Leaver HR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2880" y="2834640"/>
            <a:ext cx="2011680" cy="1600200"/>
          </a:xfrm>
          <a:prstGeom prst="rect">
            <a:avLst/>
          </a:prstGeom>
          <a:solidFill>
            <a:srgbClr val="F9F5FF"/>
          </a:solidFill>
          <a:ln w="6350">
            <a:solidFill>
              <a:srgbClr val="7B00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898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Continuo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3236976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 automatico con SoD check e revoca permessi obsoleti in tempo reale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377440" y="2834640"/>
            <a:ext cx="2011680" cy="1600200"/>
          </a:xfrm>
          <a:prstGeom prst="rect">
            <a:avLst/>
          </a:prstGeom>
          <a:solidFill>
            <a:srgbClr val="F9F5FF"/>
          </a:solidFill>
          <a:ln w="6350">
            <a:solidFill>
              <a:srgbClr val="7B00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2898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Strategico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468880" y="3236976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solo per azioni ad alto rischio — l'operatore decide, non lavora manualmente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0" y="2834640"/>
            <a:ext cx="2011680" cy="1600200"/>
          </a:xfrm>
          <a:prstGeom prst="rect">
            <a:avLst/>
          </a:prstGeom>
          <a:solidFill>
            <a:srgbClr val="F9F5FF"/>
          </a:solidFill>
          <a:ln w="6350">
            <a:solidFill>
              <a:srgbClr val="7B00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898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 Governance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0" y="3236976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e monitoring continuo di Service Principal, Managed Identity e API Key senza owner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66560" y="2834640"/>
            <a:ext cx="2011680" cy="1600200"/>
          </a:xfrm>
          <a:prstGeom prst="rect">
            <a:avLst/>
          </a:prstGeom>
          <a:solidFill>
            <a:srgbClr val="F9F5FF"/>
          </a:solidFill>
          <a:ln w="6350">
            <a:solidFill>
              <a:srgbClr val="7B00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2898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Compliance-Ready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58000" y="3236976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decisione auditabile per NIS2, DORA, GDPR: reasoning trace + rollback_payload su ogni azione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IAM – Copilota Operativo IAM</dc:title>
  <dc:subject>PptxGenJS Presentation</dc:subject>
  <dc:creator>PptxGenJS</dc:creator>
  <cp:lastModifiedBy>PptxGenJS</cp:lastModifiedBy>
  <cp:revision>1</cp:revision>
  <dcterms:created xsi:type="dcterms:W3CDTF">2026-04-30T11:17:22Z</dcterms:created>
  <dcterms:modified xsi:type="dcterms:W3CDTF">2026-04-30T11:17:22Z</dcterms:modified>
</cp:coreProperties>
</file>